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Alexandria Semi Bold"/>
      <p:regular r:id="rId15"/>
    </p:embeddedFont>
    <p:embeddedFont>
      <p:font typeface="Alexandria Semi Bold"/>
      <p:regular r:id="rId16"/>
    </p:embeddedFont>
    <p:embeddedFont>
      <p:font typeface="Sora Light"/>
      <p:regular r:id="rId17"/>
    </p:embeddedFont>
    <p:embeddedFont>
      <p:font typeface="Sora Light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23468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Bank Analytics Dashboard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985022"/>
            <a:ext cx="76273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presentation provides a data-driven overview of banking trends. We'll cover loan analysis, customer insights, and key performance indicators. The goal is to enhance decision-making within the banking sector. These insights will help optimize banking policies.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8309" y="5631775"/>
            <a:ext cx="346591" cy="346591"/>
          </a:xfrm>
          <a:prstGeom prst="roundRect">
            <a:avLst>
              <a:gd name="adj" fmla="val 26380043"/>
            </a:avLst>
          </a:prstGeom>
          <a:solidFill>
            <a:srgbClr val="051549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539" y="5756315"/>
            <a:ext cx="90011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13128" y="5615583"/>
            <a:ext cx="3842266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by Indumathi Thimmareddy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27564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Tools Used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9" y="3313271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4071461"/>
            <a:ext cx="23257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Microsoft Excel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44709" y="4557593"/>
            <a:ext cx="23257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Used for data analysis and dashboard creation.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398" y="3313271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5398" y="4071461"/>
            <a:ext cx="2325886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Pivot Tables &amp; Charts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5398" y="4913828"/>
            <a:ext cx="232588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Summarized and visualized key datasets.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205" y="3313271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6205" y="4071461"/>
            <a:ext cx="23257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6205" y="4557593"/>
            <a:ext cx="23257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Addressed inconsistencies, errors, and gaps.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3974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Workflow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709" y="1877378"/>
            <a:ext cx="1083231" cy="16127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52861" y="2093952"/>
            <a:ext cx="384607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 Collection &amp; Cleaning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52861" y="2580084"/>
            <a:ext cx="621923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Dataset imported with loan details. Duplicates removed, values handled.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09" y="3490079"/>
            <a:ext cx="1083231" cy="12999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52861" y="3706654"/>
            <a:ext cx="418123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Create Metrics &amp; Pivot Tables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52861" y="4192786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Summarized total loan, amount, status. Grouped by year.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4790003"/>
            <a:ext cx="1083231" cy="12999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2861" y="5006578"/>
            <a:ext cx="361092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Dashboard Development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2861" y="5492710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Designed visualizations. Added filters for analysis.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6089928"/>
            <a:ext cx="1083231" cy="12999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2861" y="6306503"/>
            <a:ext cx="424791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Insights &amp; Recommendations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52861" y="6792635"/>
            <a:ext cx="621923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Analyzed trends and balances. Provided strategies.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1347" y="413266"/>
            <a:ext cx="3947279" cy="49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Main KPIs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011347" y="1206341"/>
            <a:ext cx="8094107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$446M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9071610" y="1888569"/>
            <a:ext cx="19735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Total Loan Amount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011347" y="2225159"/>
            <a:ext cx="8094107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Loans issued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11347" y="2990017"/>
            <a:ext cx="8094107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$435M</a:t>
            </a:r>
            <a:endParaRPr lang="en-US" sz="3850" dirty="0"/>
          </a:p>
        </p:txBody>
      </p:sp>
      <p:sp>
        <p:nvSpPr>
          <p:cNvPr id="8" name="Text 5"/>
          <p:cNvSpPr/>
          <p:nvPr/>
        </p:nvSpPr>
        <p:spPr>
          <a:xfrm>
            <a:off x="8961239" y="3672245"/>
            <a:ext cx="2194322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Total Funded Amount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011347" y="4008834"/>
            <a:ext cx="8094107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Amount Funded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11347" y="4773692"/>
            <a:ext cx="8094107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2012</a:t>
            </a:r>
            <a:endParaRPr lang="en-US" sz="3850" dirty="0"/>
          </a:p>
        </p:txBody>
      </p:sp>
      <p:sp>
        <p:nvSpPr>
          <p:cNvPr id="11" name="Text 8"/>
          <p:cNvSpPr/>
          <p:nvPr/>
        </p:nvSpPr>
        <p:spPr>
          <a:xfrm>
            <a:off x="9071610" y="5455920"/>
            <a:ext cx="1973580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Top Loan Year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011347" y="5792510"/>
            <a:ext cx="8094107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$104M loans issued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11347" y="6557367"/>
            <a:ext cx="8094107" cy="494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59%</a:t>
            </a:r>
            <a:endParaRPr lang="en-US" sz="3850" dirty="0"/>
          </a:p>
        </p:txBody>
      </p:sp>
      <p:sp>
        <p:nvSpPr>
          <p:cNvPr id="14" name="Text 11"/>
          <p:cNvSpPr/>
          <p:nvPr/>
        </p:nvSpPr>
        <p:spPr>
          <a:xfrm>
            <a:off x="8957548" y="7239595"/>
            <a:ext cx="2201585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Loan Verification Rate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011347" y="7576185"/>
            <a:ext cx="8094107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Loans verified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660832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Insights &amp;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91715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Loan Growth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Issuance peaked in 2012 ($104M). Shift in policies?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Home Ownership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Mortgage holders: highest approvals. Risk factors?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Verification Rate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4584144"/>
            <a:ext cx="40183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41% loans not verified. Stricter process needed.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1799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Recommendations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399348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4760" y="2471976"/>
            <a:ext cx="13442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62326" y="2399348"/>
            <a:ext cx="293620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Improve Verification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2326" y="288548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Increase verification rates.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3692485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9874" y="3765113"/>
            <a:ext cx="20419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462326" y="3692485"/>
            <a:ext cx="328683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High-Performing Years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62326" y="4178617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Replicate success factors.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8309" y="498562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9755" y="5058251"/>
            <a:ext cx="204549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462326" y="4985623"/>
            <a:ext cx="298632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Expand Accessibility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547175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New risk assessment.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58309" y="627876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8922" y="6351389"/>
            <a:ext cx="20621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462326" y="627876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Monitor Balances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462326" y="6764893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Optimize loan ratios.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56056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4598194"/>
            <a:ext cx="6448663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48223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Actionable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5308521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Dashboard provides insights.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23547" y="4598194"/>
            <a:ext cx="6448663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7742" y="48223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Quick Decisions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47742" y="5308521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Excel enables fast decisions.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6096000"/>
            <a:ext cx="6448663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2504" y="6320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Refine Policies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2504" y="6806327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Helps optimize funding.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23547" y="6096000"/>
            <a:ext cx="6448663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7742" y="632019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647742" y="6806327"/>
            <a:ext cx="60002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Enhance with Power BI.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60331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564094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Thank you for your time and attention. This concludes our presentation on the Bank Analytics Dashboard Project. We welcome your questions and feedback. Further analysis is needed.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2025-02-11T09:32:33Z</dcterms:created>
  <dcterms:modified xsi:type="dcterms:W3CDTF">2025-02-11T09:32:33Z</dcterms:modified>
</cp:coreProperties>
</file>